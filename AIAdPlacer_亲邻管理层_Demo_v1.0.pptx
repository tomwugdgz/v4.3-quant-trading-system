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5720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6B00"/>
                </a:solidFill>
                <a:latin typeface="微软雅黑"/>
                <a:ea typeface="微软雅黑"/>
              </a:rPr>
              <a:t>AI 投放助手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  <a:ea typeface="微软雅黑"/>
              </a:rPr>
              <a:t>AIAdPlacer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从人群洞察到一键下单 · 6 步完成专业投放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v0.1 · 内部演示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2026.06.14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亲邻传媒 · 华南区 AI 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演示人：Tom Wugdgz | 数据源：pDOOH 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行业痛点：户外广告投放的 4 大难题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为什么 22 年行业经验 + AI 是时候改变了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资源分散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10 万级点位散落在
多个供应商系统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「亲邻签约前，要打 5+ 个供应商电话才能凑齐一份方案」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55448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79" y="18288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决策靠经验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39" y="23317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选点位、选楼盘、定人群
全凭销售经验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108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「新销售上手要 1-2 年培养，错配率高、客户返工多」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方案制作慢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8006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1 份完整方案 = 2-3 天
PPT + Excel + 沟通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「提案响应速度慢于同行，错失黄金窗口期」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02336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79" y="429768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4389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39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效果不可见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39" y="48006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投放后转化数据
回传滞后、归因模糊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5577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「客户复购决策靠「感觉」，续单率难以提升」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行业需要的不是更多点位，而是一个能「用 AI 串联全流程」的工具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AIAdPlacer：6 步完成专业户外投放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从「客户一句话」到「投放计划下达」，全程 AI 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1828800" cy="36576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A2E5C"/>
                </a:solidFill>
                <a:latin typeface="微软雅黑"/>
                <a:ea typeface="微软雅黑"/>
              </a:rPr>
              <a:t>客户输入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「我要投高端白酒
广州市场 50 万」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12848" y="2651760"/>
            <a:ext cx="9144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3432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1645920"/>
            <a:ext cx="182880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6B00"/>
                </a:solidFill>
                <a:latin typeface="微软雅黑"/>
                <a:ea typeface="微软雅黑"/>
              </a:rPr>
              <a:t>AI 人群洞察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自动匹配「高端白酒」
「高净值人群」标签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651760"/>
            <a:ext cx="9144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1645920"/>
            <a:ext cx="1828800" cy="365760"/>
          </a:xfrm>
          <a:prstGeom prst="rect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EA04A"/>
                </a:solidFill>
                <a:latin typeface="微软雅黑"/>
                <a:ea typeface="微软雅黑"/>
              </a:rPr>
              <a:t>智能选屏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推荐房价 8 万+
高净值社区门禁屏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108192" y="2651760"/>
            <a:ext cx="9144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1645920"/>
            <a:ext cx="1828800" cy="36576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A2E5C"/>
                </a:solidFill>
                <a:latin typeface="微软雅黑"/>
                <a:ea typeface="微软雅黑"/>
              </a:rPr>
              <a:t>合规预审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AI 审核文案
防医疗/金融踩雷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55864" y="2651760"/>
            <a:ext cx="9144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6448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1645920"/>
            <a:ext cx="182880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6B00"/>
                </a:solidFill>
                <a:latin typeface="微软雅黑"/>
                <a:ea typeface="微软雅黑"/>
              </a:rPr>
              <a:t>方案生成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一键导出 PPT
含资源地图+人群画像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03536" y="2651760"/>
            <a:ext cx="9144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04119" y="1645920"/>
            <a:ext cx="1828800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4119" y="1645920"/>
            <a:ext cx="1828800" cy="365760"/>
          </a:xfrm>
          <a:prstGeom prst="rect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19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EA04A"/>
                </a:solidFill>
                <a:latin typeface="微软雅黑"/>
                <a:ea typeface="微软雅黑"/>
              </a:rPr>
              <a:t>一键下单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59" y="265176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调用 pDOOH
创建投放计划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97680"/>
            <a:ext cx="1143000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2E5C"/>
                </a:solidFill>
                <a:latin typeface="微软雅黑"/>
                <a:ea typeface="微软雅黑"/>
              </a:rPr>
              <a:t>🔑 关键能力：3 套 Agent 协同工作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937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微软雅黑"/>
                <a:ea typeface="微软雅黑"/>
              </a:rPr>
              <a:t>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策略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理解客户需求
匹配人群标签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79" y="4937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微软雅黑"/>
                <a:ea typeface="微软雅黑"/>
              </a:rPr>
              <a:t>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19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资源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19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10 万+ 点位实时查询
城市/楼盘/价格多维筛选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4937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微软雅黑"/>
                <a:ea typeface="微软雅黑"/>
              </a:rPr>
              <a:t>✍️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创意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59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AI 文案生成
合规预审 + 投放优化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全程 3 分钟，客户当场能看到完整方案——这就是 AI 时代的新销售流程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我们的护城河：10 万+ 真实点位数据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pDOOH MCP Server · 21 个工具 · 26,895 客户库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6B00"/>
                </a:solidFill>
                <a:latin typeface="微软雅黑"/>
                <a:ea typeface="微软雅黑"/>
              </a:rPr>
              <a:t>10万+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媒体点位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门禁 66,308
智能框 8,114
道闸 1,021
LED 1,365
智能屏 4,488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A2E5C"/>
                </a:solidFill>
                <a:latin typeface="微软雅黑"/>
                <a:ea typeface="微软雅黑"/>
              </a:rPr>
              <a:t>27,000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客户档案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346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品牌 + 决策人 + 城市
覆盖 18 大行业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A2E5C"/>
                </a:solidFill>
                <a:latin typeface="微软雅黑"/>
                <a:ea typeface="微软雅黑"/>
              </a:rP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城市覆盖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全国 TOP 100 城市
含一二三四线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783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A2E5C"/>
                </a:solidFill>
                <a:latin typeface="微软雅黑"/>
                <a:ea typeface="微软雅黑"/>
              </a:rPr>
              <a:t>5V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数据模型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Volume/Velocity
Variety/Veracity/Value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E5C"/>
                </a:solidFill>
                <a:latin typeface="微软雅黑"/>
                <a:ea typeface="微软雅黑"/>
              </a:rPr>
              <a:t>📊 媒体资源类型分布（pDOOH 实测数据）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4348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  <a:gridCol w="2286000"/>
              </a:tblGrid>
              <a:tr h="304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媒体类型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数据量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覆盖场景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筛选能力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门禁点位（广告门）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66,308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高净值社区楼宇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✓ 价格筛选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智能框（单元门屏）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8,114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中产家庭楼宇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✓ 楼龄筛选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道闸广告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停车场出入口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✓ 车流量筛选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商场 LED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1,365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核心商圈户外大屏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✓ 场景/尺寸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智能屏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按楼盘统计设备数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✓ 多设备楼盘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A04A"/>
                </a:solidFill>
                <a:latin typeface="微软雅黑"/>
                <a:ea typeface="微软雅黑"/>
              </a:rPr>
              <a:t>→ 数据来自 pDOOH MCP 实时接口，非 mock 假数据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【Demo】客户一句话 → AI 全自动分析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场景模拟：高端白酒品牌 · 广州市场 · 50 万预算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29200" cy="4572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微软雅黑"/>
                <a:ea typeface="微软雅黑"/>
              </a:rPr>
              <a:t>💬 客户原话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4663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「我们品牌是贵州茅台镇的珍品酱酒，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主打商务宴请 + 高净值送礼场景，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想在广州市场做一波投放，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预算 50 万，下个月就要上。」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E5C"/>
                </a:solidFill>
                <a:latin typeface="微软雅黑"/>
                <a:ea typeface="微软雅黑"/>
              </a:rPr>
              <a:t>🤖 AI 实时解析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行业识别：白酒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产品定位：高端酱香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目标人群：商务 + 高净值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目标城市：广州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预算规模：50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A04A"/>
                </a:solidFill>
                <a:latin typeface="微软雅黑"/>
                <a:ea typeface="微软雅黑"/>
              </a:rPr>
              <a:t>✓ 时间窗口：1 个月内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691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2E5C"/>
                </a:solidFill>
                <a:latin typeface="微软雅黑"/>
                <a:ea typeface="微软雅黑"/>
              </a:rPr>
              <a:t>🚀 AI 6 步全自动执行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28600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STEP 1 · 客户输入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30 秒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297180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063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STEP 2 · AI 人群洞察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017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5 秒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365760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749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STEP 3 · 智能选屏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703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 秒</a:t>
            </a:r>
          </a:p>
        </p:txBody>
      </p:sp>
      <p:sp>
        <p:nvSpPr>
          <p:cNvPr id="32" name="Oval 31"/>
          <p:cNvSpPr/>
          <p:nvPr/>
        </p:nvSpPr>
        <p:spPr>
          <a:xfrm>
            <a:off x="6126480" y="434340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434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389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STEP 4 · 合规预审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 秒</a:t>
            </a:r>
          </a:p>
        </p:txBody>
      </p:sp>
      <p:sp>
        <p:nvSpPr>
          <p:cNvPr id="36" name="Oval 35"/>
          <p:cNvSpPr/>
          <p:nvPr/>
        </p:nvSpPr>
        <p:spPr>
          <a:xfrm>
            <a:off x="6126480" y="5029200"/>
            <a:ext cx="457200" cy="457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120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74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STEP 5 · 方案生成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15 秒</a:t>
            </a:r>
          </a:p>
        </p:txBody>
      </p:sp>
      <p:sp>
        <p:nvSpPr>
          <p:cNvPr id="40" name="Oval 39"/>
          <p:cNvSpPr/>
          <p:nvPr/>
        </p:nvSpPr>
        <p:spPr>
          <a:xfrm>
            <a:off x="6126480" y="5715000"/>
            <a:ext cx="457200" cy="457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806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760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STEP 6 · 一键下单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760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5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接下来 3 页：看 AI 怎么把客户这句话变成可执行方案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【Demo】AI 人群洞察 · 5 秒出结果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调用 pdooh_audience_insight 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📡 pDOOH API 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ECDC4"/>
                </a:solidFill>
                <a:latin typeface="Consolas"/>
                <a:ea typeface="Consolas"/>
              </a:rPr>
              <a:t>POST /api/v2/mcp/pdooh/tools/call
Content-Type: application/json
{
  "name": "pdooh_audience_insight",
  "arguments": {
    "product_desc": "高端酱香白酒，
                    主打商务宴请
                    和高净值送礼",
    "target_city": "广州",
    "budget_hint": 500000
  }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⏱ 响应耗时：1.2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💾 缓存命中：首次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A04A"/>
                </a:solidFill>
                <a:latin typeface="微软雅黑"/>
                <a:ea typeface="微软雅黑"/>
              </a:rPr>
              <a:t>✅ AI 返回结果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4864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2E5C"/>
                </a:solidFill>
                <a:latin typeface="微软雅黑"/>
                <a:ea typeface="微软雅黑"/>
              </a:rPr>
              <a:t>🎯 匹配人群标签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高端白酒 · 高净值人群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2E5C"/>
                </a:solidFill>
                <a:latin typeface="微软雅黑"/>
                <a:ea typeface="微软雅黑"/>
              </a:rPr>
              <a:t>📺 推荐投放屏（按匹配度排序）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361188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097280"/>
              </a:tblGrid>
              <a:tr h="304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屏名称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房价段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日曝光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天河城社区门禁屏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房价 8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3,200 次/天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猎德花园广告门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房价 12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5,100 次/天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217920" y="4754880"/>
            <a:ext cx="548640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2E5C"/>
                </a:solidFill>
                <a:latin typeface="微软雅黑"/>
                <a:ea typeface="微软雅黑"/>
              </a:rPr>
              <a:t>💰 预算建议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120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建议预算：3-5 万 / 月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聚焦：房价 &gt; 8 万的社区门禁屏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AI 不只是「匹配标签」，而是给出「具体屏 + 价格 + 预算策略」的可执行方案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【Demo】智能选屏 · 广州 TOP 10 高净值社区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调用 pdooh_query_access_points · min_house_price=100,000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E5C"/>
                </a:solidFill>
                <a:latin typeface="微软雅黑"/>
                <a:ea typeface="微软雅黑"/>
              </a:rPr>
              <a:t>🏙️ 广州 TOP 10 高净值门禁社区（数据来自 pDOOH 实时接口）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488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103120"/>
                <a:gridCol w="1828800"/>
                <a:gridCol w="1828800"/>
              </a:tblGrid>
              <a:tr h="290945"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楼盘名称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区域·商圈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均价(元/平)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总户数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媒体面数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华南碧桂园翠湖居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番禺·南村万博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161,383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中海观园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天河·珠江新城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144,998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利丰苑A座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花都·花果山地铁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利雅园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天河·猎德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139,750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992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聚龙明珠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越秀·二沙岛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130,597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保利心语花园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天河·珠江新城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130,116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1,746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隽峰苑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天河·珠江新城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125,380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嘉裕君玥公馆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天河·华成路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123,268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0945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江山国际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海珠·琶洲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121,906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 lIns="50000" rIns="50000"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新世界熹园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天河·天河公园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119,708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1,125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微软雅黑"/>
                <a:ea typeface="微软雅黑"/>
              </a:rPr>
              <a:t>💡 AI 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• 天河·珠江新城商圈是「高净值密度王」：1,746 户保利心语花园 + 12 个媒体面，单点可达 12 面曝光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• 二沙岛聚龙明珠是「超高端孤品」：130,597 元/平 + 393 户，适合奢侈品类精准投放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销售不用再「凭印象推荐」，AI 给出带具体楼盘名 + 价格的资源地图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【Demo】合规预审 + 一键下单 · 风控贯穿全流程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调用 pdooh_compliance_check + pdooh_create_campaign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E5C"/>
                </a:solidFill>
                <a:latin typeface="微软雅黑"/>
                <a:ea typeface="微软雅黑"/>
              </a:rPr>
              <a:t>✅ 1. 合规预审（AI 实时审核）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📝 客户原始文案：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5120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微软雅黑"/>
                <a:ea typeface="微软雅黑"/>
              </a:rPr>
              <a:t>「贵州茅台镇珍品酱酒，品质人生，开瓶有奖」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🤖 AI 审核结果：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A04A"/>
                </a:solidFill>
                <a:latin typeface="微软雅黑"/>
                <a:ea typeface="微软雅黑"/>
              </a:rPr>
              <a:t>✓ 审核通过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行业：白酒（受限品类，需特别审核）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检测项：未涉及医疗承诺、未涉及金融承诺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建议：可以投放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审核员：AI-Compliance-v1.0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🚀 2. 一键下单（创建投放计划）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ECDC4"/>
                </a:solidFill>
                <a:latin typeface="Consolas"/>
                <a:ea typeface="Consolas"/>
              </a:rPr>
              <a:t>POST /api/v2/mcp/pdooh/tools/call
{
  "name": "pdooh_create_campaign",
  "arguments": {
    "name": "珍品酱酒·广州投放",
    "screen_ids": [1, 2],
    "start_date": "2026-07-15",
    "end_date": "2026-08-15",
    "budget": 500000,
    "creative_text": "...",
    "ai_generated": true
  }
}
# 返回
{
  "campaign_id": 1042,
  "status": "reviewing"
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微软雅黑"/>
                <a:ea typeface="微软雅黑"/>
              </a:rPr>
              <a:t>→ AI 不是「替代人」，而是「让人只做关键决策」——审核通过/拒绝由人确认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商业价值：销售效率 10 倍提升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从「人海战术」到「AI 武装的精英销售」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微软雅黑"/>
                <a:ea typeface="微软雅黑"/>
              </a:rPr>
              <a:t>❌ 传统流程（一个客户 = 3 天）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1 上午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48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客户沟通需求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48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了解预算/目标/时间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1 下午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盘点内部资源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Excel 筛选 + 经验判断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打 5+ 供应商电话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凑齐外部资源补位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2 下午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0690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PPT 方案制作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10+ 页 PPT + 资源地图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709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内部审核 + 修改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709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创意/法务/财务多轮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Day 3 下午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提交客户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等待客户反馈，方案可能被否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微软雅黑"/>
                <a:ea typeface="微软雅黑"/>
              </a:rPr>
              <a:t>✅ AI 武装流程（一个客户 = 3 分钟）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5F7FA"/>
          </a:solidFill>
          <a:ln w="19050">
            <a:solidFill>
              <a:srgbClr val="2E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0:00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148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客户一句话需求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48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 实时解析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0:30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 人群洞察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标签匹配 + 预算建议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1:00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 选屏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TOP 10 资源 + 楼盘画像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0690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1:30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0690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 文案生成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0690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多版本 A/B 测试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2:00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709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 合规预审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709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风险自动拦截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349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A04A"/>
                </a:solidFill>
                <a:latin typeface="微软雅黑"/>
                <a:ea typeface="微软雅黑"/>
              </a:rPr>
              <a:t>3:00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AI 一键下单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创建投放计划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263640"/>
            <a:ext cx="1124712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→ 效率提升 1440 倍 / 客户 | 单销售月承接客户数从 5 个 → 50+ 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微软雅黑"/>
                <a:ea typeface="微软雅黑"/>
              </a:rPr>
              <a:t>三阶段落地：从亲邻内部到 SaaS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AI + 户外广告稀缺组合 · 22 年行业经验 · 4 个 AI Agent · 10 万级数据底座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AIAdPlacer · 亲邻传媒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亲邻内部试点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3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目标：1-2 个真实客户跑通全流程
成果：案例 + 1 套行业解决方案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33087" y="2926080"/>
            <a:ext cx="182880" cy="45720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645920"/>
            <a:ext cx="365760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645920"/>
            <a:ext cx="3657600" cy="54864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行业群售卖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6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3832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目标：3-5 个外部客户
成果：单次 ¥30-50k 咨询/定制费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37575" y="2926080"/>
            <a:ext cx="182880" cy="45720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5" y="1645920"/>
            <a:ext cx="365760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1645920"/>
            <a:ext cx="3657600" cy="54864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A2E5C"/>
                </a:solidFill>
                <a:latin typeface="微软雅黑"/>
                <a:ea typeface="微软雅黑"/>
              </a:rPr>
              <a:t>SaaS 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微软雅黑"/>
                <a:ea typeface="微软雅黑"/>
              </a:rPr>
              <a:t>12 个月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5" y="33832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微软雅黑"/>
                <a:ea typeface="微软雅黑"/>
              </a:rPr>
              <a:t>目标：20+ 订阅客户
成果：¥99-299/月/账户持续收入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E5C"/>
                </a:solidFill>
                <a:latin typeface="微软雅黑"/>
                <a:ea typeface="微软雅黑"/>
              </a:rPr>
              <a:t>💰 收入预期（保守估计）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/>
                <a:ea typeface="微软雅黑"/>
              </a:rPr>
              <a:t>阶段 1：内部赋能（无直接收入） → 阶段 2：月入 0.5-2 万 → 阶段 3：月入 2-5 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🚀 下一步：选 1 个真实在谈客户（建议：维他奶 / 屈臣氏 / 宜莱福），用 AI 跑一遍完整方案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